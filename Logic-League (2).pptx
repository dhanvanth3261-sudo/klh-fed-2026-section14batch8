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rimson Pro Bold" panose="020B0604020202020204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72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96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170722"/>
            <a:ext cx="3514599" cy="407491"/>
          </a:xfrm>
          <a:prstGeom prst="roundRect">
            <a:avLst>
              <a:gd name="adj" fmla="val 22134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713472" y="297077"/>
            <a:ext cx="205496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LOGIC DESIGN · KLH UNIVERSITY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Smart Parking System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249033"/>
            <a:ext cx="10078243" cy="4299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9886" y="591712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Combinational Logic Implementation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4" y="6134447"/>
            <a:ext cx="10868745" cy="407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Logic League</a:t>
            </a:r>
            <a:endParaRPr lang="en-US" sz="2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792984-32B0-AB1A-DBA7-CCE09D39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516643" y="6541938"/>
            <a:ext cx="1585709" cy="2834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Circuit Simulation in Logisim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slide presents the Logisim-based implementation of the smart parking circuit, showing how combinational logic gates work together to detect parking availability and control vehicle entry.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439" y="1441550"/>
            <a:ext cx="7438938" cy="51758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17586" y="3835207"/>
            <a:ext cx="133683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Parking Entry Logic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732682" y="1934351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32682" y="2326988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A state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417772" y="1842646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NOT Gate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417772" y="2235282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Inverts FULL to AVAILABLE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17772" y="5814523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417772" y="6207159"/>
            <a:ext cx="19887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D state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732682" y="5814523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C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732682" y="6207159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C state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50007" y="3847265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B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450007" y="4239902"/>
            <a:ext cx="2032250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B state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689579" y="3766428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4‑Input AND Gate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689579" y="4159065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 FULL when all high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1475" y="717311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diagram above illustrates the signal flow from sensor inputs through the AND and NOT gates to the final entry gate control output.</a:t>
            </a:r>
            <a:endParaRPr lang="en-US" sz="7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76B2489-16E4-CD82-6BAD-AA95BDA95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24023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180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Components Used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82304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9656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 Input Pins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05249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 parking slot sensors A, B, C, and D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82304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69656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4-Input AND Gate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05249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 HIGH only when all four slots are occupied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85691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999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NOT Gate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80863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Inverts the FULL signal to produce AVAILABLE output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785691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3999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Output Pins / LEDs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80863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indicators for FULL and AVAILABLE status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3236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Connecting wires link all components, enabling signal flow from inputs through logic gates to outputs.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30069F-7F7B-661F-21D4-A7642457E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995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Logic Implementation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8649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Boolean Expressions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49202"/>
            <a:ext cx="5203794" cy="202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FULL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= A · B · C · D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is HIGH only when all four parking slots are occupied simultaneously.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AVAILABLE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= ¬(A · B · C · D)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Inverted FULL signal — HIGH when at least one slot is free.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8649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Truth Table (A, B, C, D → FULL / AVAILABLE)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32776" y="2372816"/>
            <a:ext cx="5203794" cy="3352602"/>
          </a:xfrm>
          <a:prstGeom prst="roundRect">
            <a:avLst>
              <a:gd name="adj" fmla="val 236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32776" y="3529112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32776" y="4077395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32776" y="4625677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32776" y="5173960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04887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70152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35417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00682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65947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28629" y="2498923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97069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62334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27599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992864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FULL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858129" y="2498923"/>
            <a:ext cx="48407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AVAILABLE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28629" y="3652044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97069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62334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27599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992864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858129" y="3652044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28629" y="4200327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97069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62334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127599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992864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0858129" y="4200327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528629" y="4748609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397069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262334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127599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992864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0858129" y="4748609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6528629" y="5296892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397069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262334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27599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992864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10858129" y="5296892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69F3F4F-1CC5-0895-8C8C-A2882FAB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572" y="3268966"/>
            <a:ext cx="1790855" cy="32006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8A08D0C-3A50-0EA6-B1FB-58B769D0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145" y="6560345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5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Testing in Logisim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551087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46102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Verify Results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308185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Run Simulation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46102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Set Inputs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5524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Logisim's interactive environment allows real-time toggling of input pins, making it easy to validate all 16 input combinations and confirm correct gate behavior before hardware deployment.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757ACC-7DE8-4B9F-C8ED-0B53EFDC9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5138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356941"/>
            <a:ext cx="750075" cy="287139"/>
          </a:xfrm>
          <a:prstGeom prst="roundRect">
            <a:avLst>
              <a:gd name="adj" fmla="val 22118"/>
            </a:avLst>
          </a:prstGeom>
          <a:solidFill>
            <a:srgbClr val="EBE2E0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13595"/>
            <a:ext cx="11328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9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71968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Benefits &amp; Applications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593802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smart parking system delivers practical advantages for drivers and facility operators, with broad applicability across urban and institutional environments.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E85D2A-3E82-E7B9-CF4F-FB9534F54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890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Advantages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599406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794768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1950641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55081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Saves Time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95949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Drivers know availability before entering, eliminating search time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99406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1794768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1950641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255081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Reduces Fuel Waste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295949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Fewer circling loops means lower fuel consumption per visit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99406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1794768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1950641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255081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Eases Congestion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295949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Controlled entry prevents bottlenecks at parking entrances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3948708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6832" y="4144070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00" y="4299942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490011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Low Cost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6832" y="530879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gate logic requires minimal hardware investment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3948708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85658" y="4144070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1626" y="4299942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658" y="490011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Scalable Design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85658" y="5308798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Easily expanded to monitor additional parking slots</a:t>
            </a:r>
            <a:endParaRPr lang="en-US" sz="14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D85C2C-BBD9-B288-A430-E667C87C4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767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Real-World Applications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88182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0244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Shopping Malls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51112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High-traffic retail environments with multi-level parking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488182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10244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Colleges &amp; Universities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51112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and faculty parking management across campuses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91570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80583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Hospitals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21451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access for patients, visitors, and emergency vehicles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191570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380583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Railway Stations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214515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commuter parking with high daily turnover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94957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50922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Airports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661475" y="5917902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Multi-zone parking with real-time availability displays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894957"/>
            <a:ext cx="378014" cy="37802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13915" y="550922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Smart Cities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213915" y="5917902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IoT-integrated urban infrastructure and traffic management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5FC0FE-785C-A4C3-07B1-336BB48099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67408"/>
            <a:ext cx="83649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24062"/>
            <a:ext cx="12192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10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301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0426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demonstrates how </a:t>
            </a: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combinational logic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 solve a real-world parking problem — detecting slot availability, identifying when the lot is full, and controlling vehicle entry with minimal hardware.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21732"/>
            <a:ext cx="5339820" cy="1139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436144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Detects Availability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844826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all four parking slots in real time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3221732"/>
            <a:ext cx="5339919" cy="1139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3436144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Identifies FULL State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3844826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gate triggers when all slots are occupied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50668"/>
            <a:ext cx="5339820" cy="11399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7479" y="4765080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Controls Entry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77479" y="5173762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gate allows entry only when space is available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550668"/>
            <a:ext cx="5339919" cy="11399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06305" y="476508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Foundation for IoT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506305" y="5173762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architecture ready for smart city integration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F35BAD-3884-F4E5-55DA-B7B574C32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00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504182"/>
            <a:ext cx="5476043" cy="2723753"/>
          </a:xfrm>
          <a:prstGeom prst="roundRect">
            <a:avLst>
              <a:gd name="adj" fmla="val 4997"/>
            </a:avLst>
          </a:prstGeom>
          <a:solidFill>
            <a:srgbClr val="835E54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69319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Team: Logic League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177480"/>
            <a:ext cx="509802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Mathi Dhanvanth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Allam Akshaya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Chidura Adhitya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Kunku Abhinaya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4357" y="4755455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KLH University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69319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Summary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17748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4-input combinational logic circuit using an AND gate and NOT gate to manage smart parking entry — simulated and validated in Logisim.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32776" y="4297363"/>
            <a:ext cx="185286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180" y="4354016"/>
            <a:ext cx="22356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LOGIC DESIGN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80094" y="4297363"/>
            <a:ext cx="137513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3498" y="4354016"/>
            <a:ext cx="17579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KLH UNIVERSITY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D535C0-101E-2D40-C6AE-B332863E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580</Words>
  <Application>Microsoft Office PowerPoint</Application>
  <PresentationFormat>Widescreen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Arial</vt:lpstr>
      <vt:lpstr>Open Sans Bold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Adhitya Chidura</dc:creator>
  <cp:lastModifiedBy>Adhitya Chidura</cp:lastModifiedBy>
  <cp:revision>3</cp:revision>
  <dcterms:created xsi:type="dcterms:W3CDTF">2026-08-25T17:08:14Z</dcterms:created>
  <dcterms:modified xsi:type="dcterms:W3CDTF">2026-08-25T17:20:24Z</dcterms:modified>
</cp:coreProperties>
</file>